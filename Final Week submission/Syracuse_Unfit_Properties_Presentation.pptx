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Syracuse Unfit Properties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Sejal Sardal</a:t>
            </a:r>
            <a:endParaRPr dirty="0"/>
          </a:p>
          <a:p>
            <a:pPr lvl="1"/>
            <a:r>
              <a:rPr dirty="0"/>
              <a:t>Applied Data Science</a:t>
            </a:r>
          </a:p>
          <a:p>
            <a:pPr lvl="1"/>
            <a:r>
              <a:rPr dirty="0"/>
              <a:t>Syracuse University</a:t>
            </a:r>
          </a:p>
          <a:p>
            <a:pPr lvl="1"/>
            <a:r>
              <a:rPr dirty="0"/>
              <a:t>City of Syracuse Open Data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Unfit Properties dataset reveal about housing conditions in Syracuse?</a:t>
            </a:r>
          </a:p>
          <a:p>
            <a:pPr lvl="1"/>
            <a:r>
              <a:t>Are there data quality gaps limiting insight?</a:t>
            </a:r>
          </a:p>
          <a:p>
            <a:pPr lvl="1"/>
            <a:r>
              <a:t>How complete and reliable is the dataset?</a:t>
            </a:r>
          </a:p>
          <a:p>
            <a:pPr lvl="1"/>
            <a:r>
              <a:t>Why should city stakeholders care?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Housing quality affects public health and neighborhood stability</a:t>
            </a:r>
          </a:p>
          <a:p>
            <a:pPr lvl="1"/>
            <a:r>
              <a:t>Data-driven transparency supports civic accountability</a:t>
            </a:r>
          </a:p>
          <a:p>
            <a:pPr lvl="1"/>
            <a:r>
              <a:t>Understanding data gaps improves future reporting</a:t>
            </a:r>
          </a:p>
          <a:p>
            <a:pPr lvl="1"/>
            <a:r>
              <a:t>Responsible AI use requires validation and oversight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City of Syracuse Open Data Portal</a:t>
            </a:r>
          </a:p>
          <a:p>
            <a:pPr lvl="1"/>
            <a:r>
              <a:t>Unfit Properties Dataset (CSV format)</a:t>
            </a:r>
          </a:p>
          <a:p>
            <a:pPr lvl="1"/>
            <a:r>
              <a:t>264 total records analyzed</a:t>
            </a:r>
          </a:p>
          <a:p>
            <a:pPr lvl="1"/>
            <a:r>
              <a:t>Raw data stored separately for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analysis pipeline (raw → clean → analyze → present)</a:t>
            </a:r>
          </a:p>
          <a:p>
            <a:pPr lvl="1"/>
            <a:r>
              <a:t>Deterministic statistical summaries using pandas</a:t>
            </a:r>
          </a:p>
          <a:p>
            <a:pPr lvl="1"/>
            <a:r>
              <a:t>Automated visualizations using matplotlib</a:t>
            </a:r>
          </a:p>
          <a:p>
            <a:pPr lvl="1"/>
            <a:r>
              <a:t>Unit testing for validation of core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Integration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used only for hypothesis generation</a:t>
            </a:r>
          </a:p>
          <a:p>
            <a:pPr lvl="1"/>
            <a:r>
              <a:t>Ground-truth statistics computed using pandas</a:t>
            </a:r>
          </a:p>
          <a:p>
            <a:pPr lvl="1"/>
            <a:r>
              <a:t>Numeric claims validated against computed metrics</a:t>
            </a:r>
          </a:p>
          <a:p>
            <a:pPr lvl="1"/>
            <a:r>
              <a:t>Strict hallucination detection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 analyzed: 264</a:t>
            </a:r>
          </a:p>
          <a:p>
            <a:pPr lvl="1"/>
            <a:r>
              <a:t>The 'Vacant' field contains 100% missing values</a:t>
            </a:r>
          </a:p>
          <a:p>
            <a:pPr lvl="1"/>
            <a:r>
              <a:t>Data completeness varies significantly across records</a:t>
            </a:r>
          </a:p>
          <a:p>
            <a:pPr lvl="1"/>
            <a:r>
              <a:t>Geographic fields are inconsistently populated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missingness limits variable reliability</a:t>
            </a:r>
          </a:p>
          <a:p>
            <a:pPr lvl="1"/>
            <a:r>
              <a:t>Text fields required normalization</a:t>
            </a:r>
          </a:p>
          <a:p>
            <a:pPr lvl="1"/>
            <a:r>
              <a:t>Date parsing required standardization</a:t>
            </a:r>
          </a:p>
          <a:p>
            <a:pPr lvl="1"/>
            <a:r>
              <a:t>Geographic analysis limited without enrichment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reflects only reported unfit properties</a:t>
            </a:r>
          </a:p>
          <a:p>
            <a:pPr lvl="1"/>
            <a:r>
              <a:t>No predictive modeling implemented</a:t>
            </a:r>
          </a:p>
          <a:p>
            <a:pPr lvl="1"/>
            <a:r>
              <a:t>Potential for geospatial enrichment</a:t>
            </a:r>
          </a:p>
          <a:p>
            <a:pPr lvl="1"/>
            <a:r>
              <a:t>Time-series and trend analysis could be added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Reproducible and validated analytical pipeline established</a:t>
            </a:r>
          </a:p>
          <a:p>
            <a:pPr lvl="1"/>
            <a:r>
              <a:t>LLM outputs responsibly integrated and verified</a:t>
            </a:r>
          </a:p>
          <a:p>
            <a:pPr lvl="1"/>
            <a:r>
              <a:t>Foundation created for civic transparency and further analysis</a:t>
            </a:r>
          </a:p>
          <a:p>
            <a:pPr lvl="1"/>
            <a:r>
              <a:t>Ready for refinement and stakeholder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Syracuse Unfit Properties Analysis</vt:lpstr>
      <vt:lpstr>The Problem</vt:lpstr>
      <vt:lpstr>Why This Matters</vt:lpstr>
      <vt:lpstr>Data Source</vt:lpstr>
      <vt:lpstr>Technical Approach</vt:lpstr>
      <vt:lpstr>LLM Integration Strategy</vt:lpstr>
      <vt:lpstr>Key Findings</vt:lpstr>
      <vt:lpstr>Data Quality Insights</vt:lpstr>
      <vt:lpstr>Limitations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 Shinde</dc:creator>
  <cp:keywords/>
  <dc:description>generated using python-pptx</dc:description>
  <cp:lastModifiedBy>Abhishek Shinde</cp:lastModifiedBy>
  <cp:revision>2</cp:revision>
  <dcterms:created xsi:type="dcterms:W3CDTF">2013-01-27T09:14:16Z</dcterms:created>
  <dcterms:modified xsi:type="dcterms:W3CDTF">2026-02-28T00:05:54Z</dcterms:modified>
  <cp:category/>
</cp:coreProperties>
</file>